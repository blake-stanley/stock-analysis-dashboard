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AA"/>
                </a:solidFill>
              </a:rPr>
              <a:t>Why equity research needs a better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Finance 372T/397  ·  Group 9  ·  Blake Stanley &amp; Will Pechersky  ·  April 21,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188720"/>
            <a:ext cx="94183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3258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3A00"/>
                </a:solidFill>
              </a:rPr>
              <a:t>“Investors miss divergences between what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373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3A00"/>
                </a:solidFill>
              </a:rPr>
              <a:t>numbers say and what management says.”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3474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3474720" cy="54864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00"/>
                </a:solidFill>
              </a:rPr>
              <a:t>Scattered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Fundamentals, filings, and sentiment signals live in separate terminals and databases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017520"/>
            <a:ext cx="3474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3360" y="3017520"/>
            <a:ext cx="3474720" cy="54864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00"/>
                </a:solidFill>
              </a:rPr>
              <a:t>No Unified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5661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Free tools don’t combine quant signals with earnings call analysis in one 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017520"/>
            <a:ext cx="347472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3017520"/>
            <a:ext cx="3474720" cy="54864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00"/>
                </a:solidFill>
              </a:rPr>
              <a:t>Missed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5661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A stock can look strong on paper while management tone is quietly deteriorating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AA"/>
                </a:solidFill>
              </a:rPr>
              <a:t>Input any U.S. equity ticker → instant research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Finance 372T/397  ·  Group 9  ·  Blake Stanley &amp; Will Pechersky  ·  April 21,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69494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77777"/>
                </a:solidFill>
              </a:rPr>
              <a:t>[ Dashboard screenshot — paste here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6949440" cy="5212080"/>
          </a:xfrm>
          <a:prstGeom prst="rect">
            <a:avLst/>
          </a:prstGeom>
          <a:noFill/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79" y="1225296"/>
            <a:ext cx="411480" cy="411480"/>
          </a:xfrm>
          <a:prstGeom prst="ellipse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188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Piotroski F-Score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508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Financial strength · 9 components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2029968"/>
            <a:ext cx="411480" cy="411480"/>
          </a:xfrm>
          <a:prstGeom prst="ellipse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9933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Gross Profitability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13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Novy-Marx signal · sector percentile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2834640"/>
            <a:ext cx="411480" cy="411480"/>
          </a:xfrm>
          <a:prstGeom prst="ellipse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7980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Earnings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11810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Accruals ratio · cash vs. net income</a:t>
            </a:r>
          </a:p>
        </p:txBody>
      </p:sp>
      <p:sp>
        <p:nvSpPr>
          <p:cNvPr id="19" name="Oval 18"/>
          <p:cNvSpPr/>
          <p:nvPr/>
        </p:nvSpPr>
        <p:spPr>
          <a:xfrm>
            <a:off x="7498079" y="3639312"/>
            <a:ext cx="411480" cy="411480"/>
          </a:xfrm>
          <a:prstGeom prst="ellipse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60273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Valuation &amp; Momentum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9227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EV/EBITDA · P/E · 12-1M momentum</a:t>
            </a:r>
          </a:p>
        </p:txBody>
      </p:sp>
      <p:sp>
        <p:nvSpPr>
          <p:cNvPr id="22" name="Oval 21"/>
          <p:cNvSpPr/>
          <p:nvPr/>
        </p:nvSpPr>
        <p:spPr>
          <a:xfrm>
            <a:off x="7498079" y="4443984"/>
            <a:ext cx="411480" cy="411480"/>
          </a:xfrm>
          <a:prstGeom prst="ellipse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40740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Earnings Call Sentiment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72744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Tone · hedging · QoQ trend</a:t>
            </a:r>
          </a:p>
        </p:txBody>
      </p:sp>
      <p:sp>
        <p:nvSpPr>
          <p:cNvPr id="25" name="Oval 24"/>
          <p:cNvSpPr/>
          <p:nvPr/>
        </p:nvSpPr>
        <p:spPr>
          <a:xfrm>
            <a:off x="7498079" y="5248656"/>
            <a:ext cx="411480" cy="411480"/>
          </a:xfrm>
          <a:prstGeom prst="ellipse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212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AI Synthesis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5532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Claude → bull / bear / risks / divergence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Finance 372T/397  ·  Group 9  ·  Blake Stanley &amp; Will Pechersky  ·  April 21,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CCAA"/>
                </a:solidFill>
              </a:rPr>
              <a:t>AAPL  ·  MSFT  ·  HOG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06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EEDD"/>
                </a:solidFill>
              </a:rPr>
              <a:t>streamlit run dashboard/app.py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CAA"/>
                </a:solidFill>
              </a:rPr>
              <a:t>Architecture · Data ·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Finance 372T/397  ·  Group 9  ·  Blake Stanley &amp; Will Pechersky  ·  April 21,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" y="1645920"/>
            <a:ext cx="2560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" y="1645920"/>
            <a:ext cx="2560320" cy="41148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Ticker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User types any
U.S. equity symbol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8356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3A0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5556" y="1645920"/>
            <a:ext cx="2560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5556" y="1645920"/>
            <a:ext cx="2560320" cy="41148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6996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Quant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2716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WRDS Compustat + CRSP
Pre-computed Dec 2024
33,675 tickers
5 signals → composite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5876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3A0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3076" y="1645920"/>
            <a:ext cx="2560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3076" y="1645920"/>
            <a:ext cx="2560320" cy="41148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4516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Sentiment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Motley Fool (live)
VADER tone score
L-M hedging score
QoQ trend tracker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3396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3A0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40596" y="1645920"/>
            <a:ext cx="2560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40596" y="1645920"/>
            <a:ext cx="2560320" cy="41148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2036" y="1691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Claude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7756" y="21945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Sonnet 4.6
Prompt caching
Bull / Bear / Risks
Divergence flag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349240"/>
            <a:ext cx="94183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394960"/>
            <a:ext cx="9052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</a:rPr>
              <a:t>⚠  Quant signals reflect Dec 2024 data (pre-computed from WRDS). Sentiment is fetched live. Stale data is an acknowledged limitation — appropriate for an academic research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&amp;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Finance 372T/397  ·  Group 9  ·  Blake Stanley &amp; Will Pechersky  ·  April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7498079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3A00"/>
                </a:solidFill>
              </a:rPr>
              <a:t>EXAMPLE OUTPUTS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7132320" cy="1905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7132320" cy="132588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00"/>
                </a:solidFill>
              </a:rPr>
              <a:t>AAPL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6766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Composite 62/100 · F-Score 6/9 · Strong gross profitability (84th pct)
Expensive valuation (EV/EBITDA 87th pct) · Tone mildly positive, low hedging
Claude: durable moat offset by premium valuation with little margin of safety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63240"/>
            <a:ext cx="7132320" cy="132588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00"/>
                </a:solidFill>
              </a:rPr>
              <a:t>MSFT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6766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Strong fundamentals across all 5 signals · Sentiment improving QoQ
No divergence flagged — quant and management tone aligned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7132320" cy="132588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00"/>
                </a:solidFill>
              </a:rPr>
              <a:t>HOG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6766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Mid-cap contrast · Lower composite score · Different sector story
Demonstrates dashboard works across cap ranges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097280"/>
            <a:ext cx="3886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3A00"/>
                </a:solidFill>
              </a:rPr>
              <a:t>WHAT WE 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463040"/>
            <a:ext cx="3474720" cy="1905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55448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•  All 6 dashboard modules working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•  33,675 tickers on 5 quant signals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•  Live transcript fetch — any U.S. equity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•  Claude AI synthesis + divergence flag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749039"/>
            <a:ext cx="3886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3A00"/>
                </a:solidFill>
              </a:rPr>
              <a:t>FUTURE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4114800"/>
            <a:ext cx="3474720" cy="19050"/>
          </a:xfrm>
          <a:prstGeom prst="rect">
            <a:avLst/>
          </a:prstGeom>
          <a:solidFill>
            <a:srgbClr val="8B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206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•  Live data feed (remove stale limit)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•  Backtest composite signal returns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3333"/>
                </a:solidFill>
              </a:rPr>
              <a:t>•  Expand to international equities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